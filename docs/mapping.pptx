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DB30E-E831-4297-B1D4-5FE5DDC4FCF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8A01A-9D01-4233-AAEF-8AA596DCA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3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8A01A-9D01-4233-AAEF-8AA596DCAB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26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BA962-9136-5FEA-3BA8-126E016DD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08A09-0A0E-90FB-B11A-3B662EF68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AE5B9-CE46-8F16-566D-FD9AF4F0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A805E-79D6-D249-4BA2-E7C1E9266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54B70-0547-D713-DEE6-FC94CD01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EBFA-9B77-B87B-5B5D-E3317D7F3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D3F4A-4E06-2A80-A294-72E7AEDBE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52C28-9438-44B5-D6D1-7EF1F78F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4B378-81B1-03CC-E2BD-3B5C4DDD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FAF44-3C38-EEA6-C17A-F52BB436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39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47F6-2149-3DA5-7992-F169575F0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67B6E-C319-7B81-BDBC-2DE5D1596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547C8-CC0D-1D04-0D5F-21D0BDC4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18A74-165A-2628-81F2-C1C931AB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B889A-EE34-7C74-3783-7A247A45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73B58-5FC0-E6A6-D77D-E0450BF4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C307-C8FB-CEE2-E6B6-218DB002F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A9024-AC25-31D6-0AD5-9709FD655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3AB77-41DC-B179-9C7C-62D8C8E8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06CC4-9945-2AB1-C847-1CAC4582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F4915-EB70-C8A2-2BBA-5E4FAD69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9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2837-7A38-90D4-2854-1D51367D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16183-D274-02D0-912A-1BCCC0B74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3F9B5-5E7A-E50F-5F11-455FA06B7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A0E07-0EF4-751F-2275-724142CBF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CDEEB-1314-8B4E-A3C5-40B6158C8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EBCD7E-9578-C827-F393-94B160F8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AC1AC7-74C4-DB60-2CA4-1814DBEA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022866-1B9B-5CE6-4D4D-9F253FB6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5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BAF6-4D4F-307B-FC12-C6479D8F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6C38E-2A80-94C1-7988-44ED811A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32F00-3325-0C9E-B59C-F3BA19FB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931FE-653B-8D85-7C3D-64721575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0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7E47E7-BEB1-5E2A-B885-872BE9A4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861AE-085F-3F6B-CBB3-E1120C4B4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3E296-EC21-00FE-C4DE-2B9DF5E4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44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DEB5-DA5F-8167-B062-F97698C07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47B2-7A8F-DAF0-78D9-997B92644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B0399-B21E-BF90-4831-CC1B732A8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9F8BB-5D13-4952-2915-63467EA7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73F83-2B98-69B5-3CB7-9D6C8B34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74BFC-CF27-2049-EE3C-7AAA75C3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55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2797F-20A6-683B-319F-AD3220C4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B836C-27EC-14D0-DE17-0B51233AD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7D391-6557-7B90-48F1-73D2AF8EB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0BFCC-6D77-9595-E098-DF096607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5016B-7423-86D0-9DF4-048F40B8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B43B5-6E02-6095-BF26-1F1F28FE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2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FBE8-465F-354A-0AF2-061BE22D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E8F5D-644D-CCBA-1243-39CA83D33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E92B9-D9E7-7086-2078-822A0424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F502E-C6F9-3813-32B9-799BEB71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AD2-4712-E0AC-27C9-0278E004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5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B4BD0-7D14-C264-192F-E1B56CE33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91B6B-2C9F-83BE-7DE9-E5E229E6A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05313-F49E-4045-8640-AD6F1402A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0CB25-83DC-53B2-3257-F0717517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731D2-AE07-E23B-AE38-E1F9A76B9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6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E5F7D4-8FCC-1DB1-900F-939252629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2F9A4-90A1-CEF9-5A39-5E7CC1EAB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16E60-6012-D51B-4525-F0C89066B0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CEAAF-4418-47A3-8175-1DAD0D94D94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61A22-86BE-2DF8-DC4A-3DEE9E1B1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52DDA-E0F3-33C4-6AB6-3165C2A58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D6107-2DE7-47EF-B25D-E2DDEE6F6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7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4E03CBF-ED1F-08FD-1084-2F4932177EE2}"/>
              </a:ext>
            </a:extLst>
          </p:cNvPr>
          <p:cNvGrpSpPr/>
          <p:nvPr/>
        </p:nvGrpSpPr>
        <p:grpSpPr>
          <a:xfrm>
            <a:off x="682657" y="1452958"/>
            <a:ext cx="9729793" cy="1053936"/>
            <a:chOff x="682657" y="1452958"/>
            <a:chExt cx="9729793" cy="105393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AF9CCD-25BD-4446-269A-A81AB6F2B488}"/>
                </a:ext>
              </a:extLst>
            </p:cNvPr>
            <p:cNvGrpSpPr/>
            <p:nvPr/>
          </p:nvGrpSpPr>
          <p:grpSpPr>
            <a:xfrm>
              <a:off x="2975283" y="1452958"/>
              <a:ext cx="7437167" cy="1053936"/>
              <a:chOff x="1216057" y="697584"/>
              <a:chExt cx="7437167" cy="1053936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219446-7F1A-DE1E-2AD5-7121F950E030}"/>
                  </a:ext>
                </a:extLst>
              </p:cNvPr>
              <p:cNvSpPr txBox="1"/>
              <p:nvPr/>
            </p:nvSpPr>
            <p:spPr>
              <a:xfrm>
                <a:off x="1216057" y="697584"/>
                <a:ext cx="32993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Backend – </a:t>
                </a:r>
                <a:r>
                  <a:rPr lang="en-US" dirty="0" err="1"/>
                  <a:t>adminjs</a:t>
                </a:r>
                <a:r>
                  <a:rPr lang="en-US" dirty="0"/>
                  <a:t> 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67539-FFF8-AFAE-093B-5E8255525F28}"/>
                  </a:ext>
                </a:extLst>
              </p:cNvPr>
              <p:cNvSpPr txBox="1"/>
              <p:nvPr/>
            </p:nvSpPr>
            <p:spPr>
              <a:xfrm>
                <a:off x="1216057" y="1382188"/>
                <a:ext cx="32993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Database </a:t>
                </a:r>
                <a:r>
                  <a:rPr lang="en-US" dirty="0" err="1"/>
                  <a:t>prisma</a:t>
                </a:r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C66B83-EC4B-23DE-5A9F-D2D88342824A}"/>
                  </a:ext>
                </a:extLst>
              </p:cNvPr>
              <p:cNvSpPr txBox="1"/>
              <p:nvPr/>
            </p:nvSpPr>
            <p:spPr>
              <a:xfrm>
                <a:off x="3704153" y="855220"/>
                <a:ext cx="32993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Off frontend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80B9A7-F9C8-1032-5BE5-55F72414CBCB}"/>
                  </a:ext>
                </a:extLst>
              </p:cNvPr>
              <p:cNvSpPr txBox="1"/>
              <p:nvPr/>
            </p:nvSpPr>
            <p:spPr>
              <a:xfrm>
                <a:off x="5353843" y="861436"/>
                <a:ext cx="32993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api</a:t>
                </a:r>
                <a:endParaRPr lang="en-US" dirty="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C71E9C-2F6F-879F-6781-F33CE8F618A8}"/>
                </a:ext>
              </a:extLst>
            </p:cNvPr>
            <p:cNvSpPr txBox="1"/>
            <p:nvPr/>
          </p:nvSpPr>
          <p:spPr>
            <a:xfrm>
              <a:off x="682657" y="1637624"/>
              <a:ext cx="3299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Nodejs -&gt; express --</a:t>
              </a:r>
              <a:r>
                <a:rPr lang="en-US" dirty="0">
                  <a:sym typeface="Wingdings" panose="05000000000000000000" pitchFamily="2" charset="2"/>
                </a:rPr>
                <a:t></a:t>
              </a:r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1438C1E-6E2C-E906-FA83-41416F93CF65}"/>
              </a:ext>
            </a:extLst>
          </p:cNvPr>
          <p:cNvSpPr txBox="1"/>
          <p:nvPr/>
        </p:nvSpPr>
        <p:spPr>
          <a:xfrm>
            <a:off x="961874" y="3881486"/>
            <a:ext cx="3020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  upload file pdf  jpg  -&gt; preview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DABEFF-683B-3228-0FE5-9BABD2512654}"/>
              </a:ext>
            </a:extLst>
          </p:cNvPr>
          <p:cNvSpPr txBox="1"/>
          <p:nvPr/>
        </p:nvSpPr>
        <p:spPr>
          <a:xfrm>
            <a:off x="4219621" y="3750942"/>
            <a:ext cx="6925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  -&gt;  </a:t>
            </a:r>
            <a:r>
              <a:rPr lang="th-TH" dirty="0"/>
              <a:t> 1.สามารถ </a:t>
            </a:r>
            <a:r>
              <a:rPr lang="en-US" dirty="0"/>
              <a:t>upload </a:t>
            </a:r>
            <a:r>
              <a:rPr lang="en-US" dirty="0" err="1"/>
              <a:t>flie</a:t>
            </a:r>
            <a:r>
              <a:rPr lang="en-US" dirty="0"/>
              <a:t> </a:t>
            </a:r>
            <a:r>
              <a:rPr lang="th-TH" dirty="0"/>
              <a:t>เอกสาร ได้ทั้ง  </a:t>
            </a:r>
            <a:r>
              <a:rPr lang="en-US" dirty="0"/>
              <a:t>jpg </a:t>
            </a:r>
            <a:r>
              <a:rPr lang="th-TH" dirty="0"/>
              <a:t>ตระกูลไฟล์รูป  </a:t>
            </a:r>
            <a:r>
              <a:rPr lang="en-US" dirty="0"/>
              <a:t>,</a:t>
            </a:r>
            <a:r>
              <a:rPr lang="th-TH" dirty="0"/>
              <a:t> </a:t>
            </a:r>
            <a:r>
              <a:rPr lang="en-US" dirty="0"/>
              <a:t>pdf and documents  </a:t>
            </a:r>
            <a:r>
              <a:rPr lang="th-TH" dirty="0"/>
              <a:t>2.สร้าง </a:t>
            </a:r>
            <a:r>
              <a:rPr lang="en-US" dirty="0" err="1"/>
              <a:t>ui</a:t>
            </a:r>
            <a:r>
              <a:rPr lang="en-US" dirty="0"/>
              <a:t> </a:t>
            </a:r>
            <a:r>
              <a:rPr lang="en-US" dirty="0" err="1"/>
              <a:t>dorpbox</a:t>
            </a:r>
            <a:r>
              <a:rPr lang="en-US" dirty="0"/>
              <a:t> </a:t>
            </a:r>
            <a:r>
              <a:rPr lang="th-TH" dirty="0"/>
              <a:t>และ แสดงผล </a:t>
            </a:r>
            <a:r>
              <a:rPr lang="en-US" dirty="0" err="1"/>
              <a:t>perview</a:t>
            </a:r>
            <a:r>
              <a:rPr lang="en-US" dirty="0"/>
              <a:t> 3.</a:t>
            </a:r>
            <a:r>
              <a:rPr lang="th-TH" dirty="0"/>
              <a:t>สามารถ</a:t>
            </a:r>
            <a:r>
              <a:rPr lang="en-US" dirty="0"/>
              <a:t>import </a:t>
            </a:r>
            <a:r>
              <a:rPr lang="th-TH" dirty="0"/>
              <a:t> </a:t>
            </a:r>
            <a:r>
              <a:rPr lang="en-US" dirty="0"/>
              <a:t>function  </a:t>
            </a:r>
            <a:r>
              <a:rPr lang="th-TH" dirty="0"/>
              <a:t>และ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th-TH" dirty="0"/>
              <a:t>ไปใช้ได้ กับทุก </a:t>
            </a:r>
            <a:r>
              <a:rPr lang="en-US" dirty="0"/>
              <a:t>page 4.</a:t>
            </a:r>
            <a:r>
              <a:rPr lang="th-TH" dirty="0"/>
              <a:t>สามารถ </a:t>
            </a:r>
            <a:r>
              <a:rPr lang="en-US" dirty="0"/>
              <a:t>upload </a:t>
            </a:r>
            <a:r>
              <a:rPr lang="th-TH" dirty="0"/>
              <a:t>ได้ไม่จำกัดจำนวน แต่จำกัด ขนาด 15 </a:t>
            </a:r>
            <a:r>
              <a:rPr lang="en-US" dirty="0"/>
              <a:t>mb -&gt; </a:t>
            </a:r>
            <a:r>
              <a:rPr lang="th-TH" dirty="0"/>
              <a:t>นับรวมไฟล์ทั้งหมด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83893F-AD4E-F8B8-4733-F21DA49DFDC6}"/>
              </a:ext>
            </a:extLst>
          </p:cNvPr>
          <p:cNvSpPr txBox="1"/>
          <p:nvPr/>
        </p:nvSpPr>
        <p:spPr>
          <a:xfrm>
            <a:off x="961874" y="5312709"/>
            <a:ext cx="692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อ่านไฟล์ทั้งหมด ใน </a:t>
            </a:r>
            <a:r>
              <a:rPr lang="en-US" dirty="0"/>
              <a:t> folder routes </a:t>
            </a:r>
            <a:r>
              <a:rPr lang="en-US" dirty="0" err="1"/>
              <a:t>api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001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140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80</Words>
  <Application>Microsoft Office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3</cp:revision>
  <dcterms:created xsi:type="dcterms:W3CDTF">2026-02-03T14:07:17Z</dcterms:created>
  <dcterms:modified xsi:type="dcterms:W3CDTF">2026-02-04T13:41:00Z</dcterms:modified>
</cp:coreProperties>
</file>